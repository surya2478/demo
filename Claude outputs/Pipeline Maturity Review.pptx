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Maturity</c:v>
                </c:pt>
              </c:strCache>
            </c:strRef>
          </c:tx>
          <c:spPr>
            <a:solidFill>
              <a:srgbClr val="A82F3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C667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2F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82F3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2F3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E8C7F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08 Learn</c:v>
                  </c:pt>
                  <c:pt idx="1">
                    <c:v>07 Execute + heal</c:v>
                  </c:pt>
                  <c:pt idx="2">
                    <c:v>06 Verify</c:v>
                  </c:pt>
                  <c:pt idx="3">
                    <c:v>05 Synthesise</c:v>
                  </c:pt>
                  <c:pt idx="4">
                    <c:v>04 Resolve</c:v>
                  </c:pt>
                  <c:pt idx="5">
                    <c:v>03 Design</c:v>
                  </c:pt>
                  <c:pt idx="6">
                    <c:v>02 Retrieve</c:v>
                  </c:pt>
                  <c:pt idx="7">
                    <c:v>01 Normalise</c:v>
                  </c:pt>
                  <c:pt idx="8">
                    <c:v>00 Ingest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75</c:v>
                </c:pt>
                <c:pt idx="2">
                  <c:v>70</c:v>
                </c:pt>
                <c:pt idx="3">
                  <c:v>80</c:v>
                </c:pt>
                <c:pt idx="4">
                  <c:v>85</c:v>
                </c:pt>
                <c:pt idx="5">
                  <c:v>75</c:v>
                </c:pt>
                <c:pt idx="6">
                  <c:v>25</c:v>
                </c:pt>
                <c:pt idx="7">
                  <c:v>15</c:v>
                </c:pt>
                <c:pt idx="8">
                  <c:v>80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5C667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0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4C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not a review of a team, it is a review of a contract between two modules. Keep it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credit to both sides. The argument is about an interface, not about effort or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stages from requirements document to a script that runs green. Percentages are an engineering read of the code, not a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percentage traces to a file. Offer to walk anyone through the code after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that the downstream half is not the constraint before naming what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of the deck. Everything before is context, everything after is evidence for this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is verbatim from the system prompt in services/generation/testcases.py.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tone even here. Both docstrings are honest about the trade-off; we are proposing to revisit it, not to correct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is instructed in the prompt — positive, negative, boundary — but never verified. Nothing checks that the requested cases were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business case. Rework, late detection, and an automation rate suppressed by input quality rather than by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slide out loud rather than skipping it. It is what stops the conversation becoming a dispute between two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 the temptation to lead with retrieval. It is the most interesting and the least urgent.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metric. Asking to be measured is what separates this from a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A333E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234440"/>
            <a:ext cx="347472" cy="34747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74520" y="1316736"/>
            <a:ext cx="1389888" cy="1828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09928"/>
            <a:ext cx="347472" cy="347472"/>
          </a:xfrm>
          <a:prstGeom prst="rect">
            <a:avLst/>
          </a:prstGeom>
          <a:solidFill>
            <a:srgbClr val="A82F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7099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792224"/>
            <a:ext cx="260604" cy="182880"/>
          </a:xfrm>
          <a:prstGeom prst="rect">
            <a:avLst/>
          </a:prstGeom>
          <a:solidFill>
            <a:srgbClr val="A82F3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85416"/>
            <a:ext cx="347472" cy="347472"/>
          </a:xfrm>
          <a:prstGeom prst="rect">
            <a:avLst/>
          </a:prstGeom>
          <a:solidFill>
            <a:srgbClr val="A82F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18541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2267712"/>
            <a:ext cx="434340" cy="182880"/>
          </a:xfrm>
          <a:prstGeom prst="rect">
            <a:avLst/>
          </a:prstGeom>
          <a:solidFill>
            <a:srgbClr val="A82F3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660904"/>
            <a:ext cx="347472" cy="34747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26609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2743200"/>
            <a:ext cx="1303020" cy="1828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136392"/>
            <a:ext cx="347472" cy="34747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31363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74520" y="3218688"/>
            <a:ext cx="1476756" cy="1828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611880"/>
            <a:ext cx="347472" cy="34747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34440" y="3611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74520" y="3694176"/>
            <a:ext cx="1389888" cy="1828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087368"/>
            <a:ext cx="347472" cy="34747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34440" y="40873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74520" y="4169664"/>
            <a:ext cx="1216152" cy="1828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562856"/>
            <a:ext cx="347472" cy="34747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234440" y="45628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74520" y="4645152"/>
            <a:ext cx="1303020" cy="1828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038344"/>
            <a:ext cx="347472" cy="347472"/>
          </a:xfrm>
          <a:prstGeom prst="rect">
            <a:avLst/>
          </a:prstGeom>
          <a:solidFill>
            <a:srgbClr val="A82F3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34440" y="50383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74520" y="5120640"/>
            <a:ext cx="173736" cy="182880"/>
          </a:xfrm>
          <a:prstGeom prst="rect">
            <a:avLst/>
          </a:prstGeom>
          <a:solidFill>
            <a:srgbClr val="A82F3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63440" y="1691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MATURITY REVIEW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upstream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automation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3977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BRD-to-runnable-test pipeline actually loses quality — and the one architectural change that unblocks it.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5760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Surya Banoth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works. The feed into it does not.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963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target pipeline is built — and it is the technically hard 60%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876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9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4963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are effectively absent: requirement identity, retrieval, and the learning loop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8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 KB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4963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code in the automation module exists only to recover structure discarded upstream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210312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041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argues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 and the automation module are joined by a contract: a markdown table shaped for a review grid on screen.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contract discards structure the automation module then spends an extra LLM call and three rule engines trying to rebuild.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coding-quality problem on either side — both modules are well built against the contract they were given. It is the contract that is wrong, and it can only be changed by both teams together.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 by pipeline stage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858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00200"/>
            <a:ext cx="3840480" cy="429768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9244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this way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2286000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924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13648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middle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2560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03 to 07 — designing, grounding, compiling, running and healing — are built and working.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3584448"/>
            <a:ext cx="402336" cy="402336"/>
          </a:xfrm>
          <a:prstGeom prst="rect">
            <a:avLst/>
          </a:prstGeom>
          <a:solidFill>
            <a:srgbClr val="C8761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244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front door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38587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gives a requirement its identity. Stage 02 retrieves what the model needs. Neither exists.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4882896"/>
            <a:ext cx="402336" cy="402336"/>
          </a:xfrm>
          <a:prstGeom prst="rect">
            <a:avLst/>
          </a:prstGeom>
          <a:solidFill>
            <a:srgbClr val="C8761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92440" y="4882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613648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back door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13648" y="515721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08 turns every corrected script into a better next release. Nothing feeds back.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Stage-by-stage evidence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6424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508760"/>
                <a:gridCol w="868680"/>
                <a:gridCol w="811987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IN THE CODEBASE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C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+ extraction: BRD/SRD roles, PDF/DOCX/XLSX parsers, injection sanitising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requirement entity. Documents become test cases directly — no REQ ID, no traceability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JSON flow blueprints only. No embeddings, no hybrid search, no reranking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C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Refinement into structured steps, four-dimension review scoring, auto-improve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C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Crawl-built element catalogue; steps matched to verified locators, misses named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C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template compiler — not a model call, so output is diffable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C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gate: parse, imports, placeholder domains, unresolved locators; plus dry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C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 with full artefacts; healer tries rules before the model and rejects bad repairs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8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traceability graph, no evidence pack, no exemplar store feeding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MODULE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already solved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these are stronger than the reference architecture we benchmarked against. Stating them matters, because the recommendation later is not "rebuild" — it is "feed this properly."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91440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313432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20370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locators, not guessed ones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1460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crawl builds a catalogue of every element it verified. A generated step uses that locator verbatim or is reported as unresolved. The compiler is not free to invent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11064240" cy="91440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337560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2278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compilation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3872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are produced by template, not by a model. A green run is therefore evidence the application works — not evidence the model happened to behave that day.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11064240" cy="91440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361688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2519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Three-axis automatability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56285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is judged on whether its steps are executable, whether its channel is even a browser (IVR, SMS, retail, native app), and whether its controls exist. Not one automatable flag.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29784"/>
            <a:ext cx="11064240" cy="91440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5385816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385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2760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with a guard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586984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failures are repaired by rules first and the model second, and a repair that breaks the test is rejected rather than published.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between the two modules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display format.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49240" cy="3017520"/>
          </a:xfrm>
          <a:prstGeom prst="rect">
            <a:avLst/>
          </a:prstGeom>
          <a:solidFill>
            <a:srgbClr val="2A333E"/>
          </a:solidFill>
          <a:ln/>
        </p:spPr>
      </p:sp>
      <p:sp>
        <p:nvSpPr>
          <p:cNvPr id="7" name="Shape 5"/>
          <p:cNvSpPr/>
          <p:nvPr/>
        </p:nvSpPr>
        <p:spPr>
          <a:xfrm>
            <a:off x="6263640" y="2743200"/>
            <a:ext cx="5349240" cy="3017520"/>
          </a:xfrm>
          <a:prstGeom prst="rect">
            <a:avLst/>
          </a:prstGeom>
          <a:solidFill>
            <a:srgbClr val="2A33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HANDED OVER TODAY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01568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markdown table, streamed as text.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may not contain a newline or a pipe — because a screen parser splits rows on "|".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multi-step procedure is flattened into one cell as "1. … 2. … 3. …".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an untyped JSON blob keyed by display labels.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identity attached.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NEXT STAGE NEEDS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401568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object with typed fields.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as a list, each with an action, a target and an expected result.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 as structured items, not prose.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ID the case traces back to.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that fails loudly rather than silently.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format is set by a screen, not by a schema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00" cy="2788920"/>
          </a:xfrm>
          <a:prstGeom prst="rect">
            <a:avLst/>
          </a:prstGeom>
          <a:solidFill>
            <a:srgbClr val="1A2028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GENERATION PROMPT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031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ONE GitHub-flavoured markdown table and nothing else."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"Every cell is a SINGLE LINE. Never put a newline inside a cell."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"Never use a literal | inside a cell. Write 'or' instead."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212080" cy="278892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1737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7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THOSE RULES EXIST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1031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module's own comment states it plainly: the review grid in the browser builds its table by splitting each line on the pipe character. A cell containing a newline becomes a broken row.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shape of every test case in the system is determined by how a React component parses a string.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234440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Consequence.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case cannot express anything a single table cell cannot hold — no nested data, no per-step expected result, no structured preconditions, no field the grid does not already show. The richest thing QA produces is constrained by the simplest thing that displays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module validates its model output. The other does not.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transports were written deliberately and both docstrings explain the trade. The point is not that one is careless — it is that the choice made for a nice screen experience is the choice that removes the safety net.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 plain text to the 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Buffers the whole reply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the browser parses markdown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against a typed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malformed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anyway; the bad row is saved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corrective retry, then a clear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is visible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Later, downstream, as a red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Immediately, at the point of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already contains the pattern we need.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with a corrective retry is written, tested and running in the automation module today. Applying it to generation is adoption, not invention.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ties a test case back to a requirement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are numbered TC-001, TC-002 in the order the model emits them. There is no requirement record anywhere in the system — the source document is stored as an attachment, not as a set of identified, testable statements.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94960" cy="324612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359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ANSWER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this script pass?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cases were approved?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element did this step use?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case classified manual?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3246120"/>
          </a:xfrm>
          <a:prstGeom prst="rect">
            <a:avLst/>
          </a:prstGeom>
          <a:solidFill>
            <a:srgbClr val="2A333E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2359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7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ANSWER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7432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requirement 4.7 covered at all?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requirements has this release left untested?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 when the BRD changed?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auditor the evidence chain.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column is the list a customer, a regulator and a release manager actually ask for.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contract costs us downstream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below exists to rebuild information that was available at generation time and thrown away.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66160" cy="224028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212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KB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whether a case is executable at all, by parsing prose that was never structured.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66160" cy="224028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212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KB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scorer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discrete steps from "1. … 2. …" inside one string, using regular expressions.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566160" cy="224028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66760" y="2212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extra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per case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re-derives structured steps the generator could have emitted directly.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1371600"/>
          </a:xfrm>
          <a:prstGeom prst="rect">
            <a:avLst/>
          </a:prstGeom>
          <a:solidFill>
            <a:srgbClr val="1A20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7548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recovery is lossy.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regular expression cannot recover from a flattened cell does not become an error — it becomes an unresolved locator, a case classified manual, or a script that runs red days later. The cost is not only the code; it is that the failure surfaces at the far end of the pipeline, where it is most expensive to diagnose.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ASSIGN THIS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is shared — so is the fix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60020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names in the generation prompt are not an arbitrary choice. They are fixed because the automation module reads exactly those keys — the format was designed to serve the downstream consumer. Changing it on one side alone breaks the other side silently.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solidFill>
            <a:srgbClr val="1A20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502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quality gap in one team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8130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modules are carefully built and both document their trade-offs. Neither team can fix this alone.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61688"/>
            <a:ext cx="402336" cy="402336"/>
          </a:xfrm>
          <a:prstGeom prst="rect">
            <a:avLst/>
          </a:prstGeom>
          <a:solidFill>
            <a:srgbClr val="1A20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3434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versioned interface problem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65429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typed contract both sides agree on, introduced alongside the current one rather than replacing it overnight.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402336" cy="402336"/>
          </a:xfrm>
          <a:prstGeom prst="rect">
            <a:avLst/>
          </a:prstGeom>
          <a:solidFill>
            <a:srgbClr val="1A20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1846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sequencing is what matters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4955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identity first, schema second, retrieval last. Doing them in the wrong order wastes a quarter.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changes, in this order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94560"/>
                <a:gridCol w="3429000"/>
                <a:gridCol w="1188720"/>
                <a:gridCol w="868680"/>
                <a:gridCol w="2926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UNLOCKS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record with an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the BRD into identified, testable requirements before any case is written. Link every case to 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Coverage, gap reports, audit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hand-over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the markdown table with a validated object, carried alongside the table until the grid is migrated.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recovery code and the extra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ledger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every stage, its inputs, outputs and gate outcome, so the pipeline can be measured.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First-pass yield, cost per stage, real targets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6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over the 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once there is a requirement corpus and a store of corrected scripts worth retrieving from.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improves each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1 to 3 are five weeks of work and they unblock every metric we currently cannot report.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AInCloud  ·  Automation pipeline review  ·  September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joint interface, agreed once,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owned by both teams.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16382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working session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50215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teams, half a day, to agree the requirement record and the typed hand-over schema.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12394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weeks of capacity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6227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1 to 3. No new screens, no new models, no infrastructure change.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402336" cy="402336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120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08406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to be accountable for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4223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yield: the share of generated cases that reach a green run with no human edit. We cannot report it today.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2026-09-10T05:14:33Z</dcterms:created>
  <dcterms:modified xsi:type="dcterms:W3CDTF">2026-09-10T05:14:33Z</dcterms:modified>
</cp:coreProperties>
</file>